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9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612775"/>
            <a:ext cx="2867025" cy="21621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5675" y="2847975"/>
            <a:ext cx="1337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多播请求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l="7679"/>
          <a:stretch>
            <a:fillRect/>
          </a:stretch>
        </p:blipFill>
        <p:spPr>
          <a:xfrm>
            <a:off x="9371330" y="5313045"/>
            <a:ext cx="2374265" cy="13620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370" y="789305"/>
            <a:ext cx="4171950" cy="1809750"/>
          </a:xfrm>
          <a:prstGeom prst="rect">
            <a:avLst/>
          </a:prstGeom>
        </p:spPr>
      </p:pic>
      <p:cxnSp>
        <p:nvCxnSpPr>
          <p:cNvPr id="16" name="直接箭头连接符 15"/>
          <p:cNvCxnSpPr>
            <a:stCxn id="12" idx="3"/>
            <a:endCxn id="15" idx="1"/>
          </p:cNvCxnSpPr>
          <p:nvPr/>
        </p:nvCxnSpPr>
        <p:spPr>
          <a:xfrm>
            <a:off x="3190240" y="1694180"/>
            <a:ext cx="30721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190240" y="789305"/>
            <a:ext cx="34766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3-8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条最短路中</a:t>
            </a:r>
            <a:b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挑选链路和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vnf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放置节点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320" y="4469765"/>
            <a:ext cx="1390650" cy="155257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455" y="2108200"/>
            <a:ext cx="1790700" cy="218122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894455" y="440880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依据</a:t>
            </a:r>
            <a:r>
              <a:rPr lang="en-US" altLang="zh-CN"/>
              <a:t>Pathinfo</a:t>
            </a:r>
            <a:r>
              <a:rPr lang="zh-CN" altLang="en-US"/>
              <a:t>，计算</a:t>
            </a:r>
            <a:r>
              <a:rPr lang="en-US" altLang="zh-CN"/>
              <a:t>10</a:t>
            </a:r>
            <a:r>
              <a:rPr lang="zh-CN" altLang="en-US"/>
              <a:t>条最短路</a:t>
            </a:r>
            <a:r>
              <a:rPr lang="en-US" altLang="zh-CN"/>
              <a:t>link_ids</a:t>
            </a:r>
            <a:r>
              <a:rPr lang="zh-CN" altLang="en-US"/>
              <a:t>对应链路的介数中心性</a:t>
            </a:r>
            <a:r>
              <a:rPr lang="en-US" altLang="zh-CN"/>
              <a:t>linkFreq</a:t>
            </a:r>
            <a:r>
              <a:rPr lang="zh-CN" altLang="en-US"/>
              <a:t>之和，挑选出最大的前</a:t>
            </a:r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zh-CN" altLang="en-US"/>
              <a:t>作为候选</a:t>
            </a:r>
            <a:r>
              <a:rPr lang="zh-CN" altLang="en-US"/>
              <a:t>最短路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019810" y="687705"/>
          <a:ext cx="9342755" cy="5901055"/>
        </p:xfrm>
        <a:graphic>
          <a:graphicData uri="http://schemas.openxmlformats.org/drawingml/2006/table">
            <a:tbl>
              <a:tblPr/>
              <a:tblGrid>
                <a:gridCol w="1299845"/>
                <a:gridCol w="779145"/>
                <a:gridCol w="2007870"/>
                <a:gridCol w="1747520"/>
                <a:gridCol w="1666240"/>
                <a:gridCol w="1203960"/>
                <a:gridCol w="638175"/>
              </a:tblGrid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consume: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147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req_id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accepted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cpu_consume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memory_consume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bandwidth_consume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delay_consume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e2eConsume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结构体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…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…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988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e2eConsume:(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以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req23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为例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705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dest_id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vnf_project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cpu_consume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req23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cpu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memory_consume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req23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memory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bandwidth_consume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req23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bandwidth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delay_consume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req23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的时延总消耗）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vnfconsume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3×1 struct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结构体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3×1 struct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46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3×1 struct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3×1 struct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3×1 struct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895"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468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vnfconsume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（以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dest28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为例）被共享的资源消耗应为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5346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vnfid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placeVnfLinks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placeVnfNode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cpu_consume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dest28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cpu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memory_consume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dest28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memory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bandwidth_consume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dest28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bandwidth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delay_consume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（加起来等于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dest28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的时延总消耗）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653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[ ]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323975" y="2139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zh-CN" altLang="en-US"/>
              <a:t>资源消耗</a:t>
            </a:r>
            <a:r>
              <a:rPr lang="zh-CN" altLang="en-US"/>
              <a:t>记录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918845"/>
            <a:ext cx="3619500" cy="1771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3009900"/>
            <a:ext cx="4629150" cy="1676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09775" y="2690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vnfN</a:t>
            </a:r>
            <a:r>
              <a:rPr lang="en-US" altLang="zh-CN"/>
              <a:t>ode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133600" y="452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placeL</a:t>
            </a:r>
            <a:r>
              <a:rPr lang="en-US" altLang="zh-CN"/>
              <a:t>ink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238750"/>
            <a:ext cx="6705600" cy="11239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85900" y="4778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reqs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900" y="638175"/>
            <a:ext cx="3057525" cy="40481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62650" y="356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links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8115300" y="56165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[31,32,40,43,44,52,75,84]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7425" y="1049020"/>
            <a:ext cx="4286250" cy="1066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25" y="3248025"/>
            <a:ext cx="2819400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/>
          <p:nvPr/>
        </p:nvCxnSpPr>
        <p:spPr>
          <a:xfrm flipV="1">
            <a:off x="1412875" y="1420495"/>
            <a:ext cx="0" cy="3514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431925" y="4935220"/>
            <a:ext cx="10363835" cy="31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020425" y="128905"/>
            <a:ext cx="987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方法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1042650" y="126238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方法</a:t>
            </a:r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2173605" y="2620645"/>
            <a:ext cx="476250" cy="2314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659380" y="3506470"/>
            <a:ext cx="476250" cy="14192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135630" y="2049145"/>
            <a:ext cx="533400" cy="28860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544175" y="154305"/>
            <a:ext cx="476250" cy="4483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592705" y="5039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超时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544175" y="827405"/>
            <a:ext cx="476250" cy="3968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383405" y="5039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链路资源不足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544175" y="1370330"/>
            <a:ext cx="476250" cy="4184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978650" y="5039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Cpu</a:t>
            </a:r>
            <a:r>
              <a:rPr lang="zh-CN" altLang="en-US"/>
              <a:t>不足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669030" y="2696845"/>
            <a:ext cx="476250" cy="2238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418955" y="5030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内存不足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020425" y="719455"/>
            <a:ext cx="987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方法</a:t>
            </a:r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4367530" y="2620645"/>
            <a:ext cx="476250" cy="2314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853305" y="3506470"/>
            <a:ext cx="476250" cy="14192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329555" y="2049145"/>
            <a:ext cx="533400" cy="28860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862955" y="2696845"/>
            <a:ext cx="476250" cy="2238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475730" y="2620645"/>
            <a:ext cx="476250" cy="2314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961505" y="3506470"/>
            <a:ext cx="476250" cy="14192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437755" y="2049145"/>
            <a:ext cx="533400" cy="28860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971155" y="2696845"/>
            <a:ext cx="476250" cy="2238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910955" y="2671445"/>
            <a:ext cx="476250" cy="2314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396730" y="3557270"/>
            <a:ext cx="476250" cy="14192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872980" y="2099945"/>
            <a:ext cx="533400" cy="28860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406380" y="2747645"/>
            <a:ext cx="476250" cy="2238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137410" y="2195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2775585" y="31572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3204210" y="1680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3669030" y="2299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4217035" y="2214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44" name="文本框 43"/>
          <p:cNvSpPr txBox="1"/>
          <p:nvPr/>
        </p:nvSpPr>
        <p:spPr>
          <a:xfrm>
            <a:off x="4855210" y="3176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5283835" y="16998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5862955" y="2319020"/>
            <a:ext cx="47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6475730" y="2233295"/>
            <a:ext cx="47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6934835" y="3195320"/>
            <a:ext cx="502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9" name="文本框 48"/>
          <p:cNvSpPr txBox="1"/>
          <p:nvPr/>
        </p:nvSpPr>
        <p:spPr>
          <a:xfrm>
            <a:off x="7437755" y="1718945"/>
            <a:ext cx="682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50" name="文本框 49"/>
          <p:cNvSpPr txBox="1"/>
          <p:nvPr/>
        </p:nvSpPr>
        <p:spPr>
          <a:xfrm>
            <a:off x="7971155" y="2338070"/>
            <a:ext cx="47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51" name="文本框 50"/>
          <p:cNvSpPr txBox="1"/>
          <p:nvPr/>
        </p:nvSpPr>
        <p:spPr>
          <a:xfrm>
            <a:off x="8785860" y="2214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9424035" y="3176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9852660" y="16998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54" name="文本框 53"/>
          <p:cNvSpPr txBox="1"/>
          <p:nvPr/>
        </p:nvSpPr>
        <p:spPr>
          <a:xfrm>
            <a:off x="10406380" y="2328545"/>
            <a:ext cx="902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WPS 演示</Application>
  <PresentationFormat>宽屏</PresentationFormat>
  <Paragraphs>271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楷体</vt:lpstr>
      <vt:lpstr>等线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czf</cp:lastModifiedBy>
  <cp:revision>7</cp:revision>
  <dcterms:created xsi:type="dcterms:W3CDTF">2023-08-09T12:44:00Z</dcterms:created>
  <dcterms:modified xsi:type="dcterms:W3CDTF">2026-01-12T12:59:21Z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EBE8B1F2300749908572DC6378CBC562_12</vt:lpwstr>
  </property>
</Properties>
</file>